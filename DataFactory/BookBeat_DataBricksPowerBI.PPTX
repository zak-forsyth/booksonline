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5641" autoAdjust="0"/>
  </p:normalViewPr>
  <p:slideViewPr>
    <p:cSldViewPr snapToGrid="0">
      <p:cViewPr varScale="1">
        <p:scale>
          <a:sx n="101" d="100"/>
          <a:sy n="101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zhentsova Lidia (Bookbeat)" userId="6a8104a6-2637-4bcc-823e-d9640ac95018" providerId="ADAL" clId="{36940B63-5478-4857-B4E2-402564A96B21}"/>
    <pc:docChg chg="undo custSel addSld modSld">
      <pc:chgData name="Rozhentsova Lidia (Bookbeat)" userId="6a8104a6-2637-4bcc-823e-d9640ac95018" providerId="ADAL" clId="{36940B63-5478-4857-B4E2-402564A96B21}" dt="2019-03-01T17:07:51.119" v="2222" actId="1076"/>
      <pc:docMkLst>
        <pc:docMk/>
      </pc:docMkLst>
      <pc:sldChg chg="addSp modSp modNotesTx">
        <pc:chgData name="Rozhentsova Lidia (Bookbeat)" userId="6a8104a6-2637-4bcc-823e-d9640ac95018" providerId="ADAL" clId="{36940B63-5478-4857-B4E2-402564A96B21}" dt="2019-03-01T17:07:51.119" v="2222" actId="1076"/>
        <pc:sldMkLst>
          <pc:docMk/>
          <pc:sldMk cId="2109083705" sldId="257"/>
        </pc:sldMkLst>
        <pc:spChg chg="mod ord">
          <ac:chgData name="Rozhentsova Lidia (Bookbeat)" userId="6a8104a6-2637-4bcc-823e-d9640ac95018" providerId="ADAL" clId="{36940B63-5478-4857-B4E2-402564A96B21}" dt="2019-03-01T17:07:44.232" v="2219" actId="167"/>
          <ac:spMkLst>
            <pc:docMk/>
            <pc:sldMk cId="2109083705" sldId="257"/>
            <ac:spMk id="8" creationId="{3F9D0A71-82FC-4259-A8B3-0EE1ED40F69C}"/>
          </ac:spMkLst>
        </pc:spChg>
        <pc:spChg chg="mod">
          <ac:chgData name="Rozhentsova Lidia (Bookbeat)" userId="6a8104a6-2637-4bcc-823e-d9640ac95018" providerId="ADAL" clId="{36940B63-5478-4857-B4E2-402564A96B21}" dt="2019-03-01T16:47:10.360" v="201" actId="1076"/>
          <ac:spMkLst>
            <pc:docMk/>
            <pc:sldMk cId="2109083705" sldId="257"/>
            <ac:spMk id="9" creationId="{4C32074E-9113-4E49-A1BB-05A45D7609EF}"/>
          </ac:spMkLst>
        </pc:spChg>
        <pc:spChg chg="mod">
          <ac:chgData name="Rozhentsova Lidia (Bookbeat)" userId="6a8104a6-2637-4bcc-823e-d9640ac95018" providerId="ADAL" clId="{36940B63-5478-4857-B4E2-402564A96B21}" dt="2019-03-01T16:43:57.511" v="1" actId="1076"/>
          <ac:spMkLst>
            <pc:docMk/>
            <pc:sldMk cId="2109083705" sldId="257"/>
            <ac:spMk id="23" creationId="{28B5E92D-829C-4415-B51A-5B4EDAD0A32F}"/>
          </ac:spMkLst>
        </pc:spChg>
        <pc:spChg chg="mod">
          <ac:chgData name="Rozhentsova Lidia (Bookbeat)" userId="6a8104a6-2637-4bcc-823e-d9640ac95018" providerId="ADAL" clId="{36940B63-5478-4857-B4E2-402564A96B21}" dt="2019-03-01T16:44:02.103" v="2" actId="14100"/>
          <ac:spMkLst>
            <pc:docMk/>
            <pc:sldMk cId="2109083705" sldId="257"/>
            <ac:spMk id="27" creationId="{BE6F4EDB-0BD0-445E-A073-27C9D2FA1639}"/>
          </ac:spMkLst>
        </pc:spChg>
        <pc:spChg chg="add mod">
          <ac:chgData name="Rozhentsova Lidia (Bookbeat)" userId="6a8104a6-2637-4bcc-823e-d9640ac95018" providerId="ADAL" clId="{36940B63-5478-4857-B4E2-402564A96B21}" dt="2019-03-01T16:45:39.423" v="67" actId="113"/>
          <ac:spMkLst>
            <pc:docMk/>
            <pc:sldMk cId="2109083705" sldId="257"/>
            <ac:spMk id="59" creationId="{7F3DCAC8-FBC5-4817-91EF-F5DB54713B9D}"/>
          </ac:spMkLst>
        </pc:spChg>
        <pc:picChg chg="mod">
          <ac:chgData name="Rozhentsova Lidia (Bookbeat)" userId="6a8104a6-2637-4bcc-823e-d9640ac95018" providerId="ADAL" clId="{36940B63-5478-4857-B4E2-402564A96B21}" dt="2019-03-01T17:07:49.247" v="2221" actId="1076"/>
          <ac:picMkLst>
            <pc:docMk/>
            <pc:sldMk cId="2109083705" sldId="257"/>
            <ac:picMk id="3" creationId="{4BEEAC06-ACCC-4D50-9ADD-F50313FC85FF}"/>
          </ac:picMkLst>
        </pc:picChg>
        <pc:picChg chg="mod">
          <ac:chgData name="Rozhentsova Lidia (Bookbeat)" userId="6a8104a6-2637-4bcc-823e-d9640ac95018" providerId="ADAL" clId="{36940B63-5478-4857-B4E2-402564A96B21}" dt="2019-03-01T17:07:47.184" v="2220" actId="1076"/>
          <ac:picMkLst>
            <pc:docMk/>
            <pc:sldMk cId="2109083705" sldId="257"/>
            <ac:picMk id="5" creationId="{3821DEFB-42FC-4B53-A4D3-DC8E95713F08}"/>
          </ac:picMkLst>
        </pc:picChg>
        <pc:picChg chg="mod">
          <ac:chgData name="Rozhentsova Lidia (Bookbeat)" userId="6a8104a6-2637-4bcc-823e-d9640ac95018" providerId="ADAL" clId="{36940B63-5478-4857-B4E2-402564A96B21}" dt="2019-03-01T17:07:51.119" v="2222" actId="1076"/>
          <ac:picMkLst>
            <pc:docMk/>
            <pc:sldMk cId="2109083705" sldId="257"/>
            <ac:picMk id="7" creationId="{FC0B8C9E-F1B5-4754-B408-34593B0D7FC4}"/>
          </ac:picMkLst>
        </pc:picChg>
        <pc:picChg chg="add mod">
          <ac:chgData name="Rozhentsova Lidia (Bookbeat)" userId="6a8104a6-2637-4bcc-823e-d9640ac95018" providerId="ADAL" clId="{36940B63-5478-4857-B4E2-402564A96B21}" dt="2019-03-01T16:44:42.968" v="7" actId="1076"/>
          <ac:picMkLst>
            <pc:docMk/>
            <pc:sldMk cId="2109083705" sldId="257"/>
            <ac:picMk id="56" creationId="{CBB3B843-4105-4DDB-9B5C-D143B349CF6D}"/>
          </ac:picMkLst>
        </pc:picChg>
        <pc:cxnChg chg="add mod">
          <ac:chgData name="Rozhentsova Lidia (Bookbeat)" userId="6a8104a6-2637-4bcc-823e-d9640ac95018" providerId="ADAL" clId="{36940B63-5478-4857-B4E2-402564A96B21}" dt="2019-03-01T16:44:54.751" v="10" actId="14100"/>
          <ac:cxnSpMkLst>
            <pc:docMk/>
            <pc:sldMk cId="2109083705" sldId="257"/>
            <ac:cxnSpMk id="57" creationId="{CCDAEA84-1867-4F55-B897-98494F40EBA9}"/>
          </ac:cxnSpMkLst>
        </pc:cxnChg>
      </pc:sldChg>
      <pc:sldChg chg="addSp modSp add modNotesTx">
        <pc:chgData name="Rozhentsova Lidia (Bookbeat)" userId="6a8104a6-2637-4bcc-823e-d9640ac95018" providerId="ADAL" clId="{36940B63-5478-4857-B4E2-402564A96B21}" dt="2019-03-01T17:04:35.232" v="1895" actId="20577"/>
        <pc:sldMkLst>
          <pc:docMk/>
          <pc:sldMk cId="1054718857" sldId="258"/>
        </pc:sldMkLst>
        <pc:picChg chg="add mod">
          <ac:chgData name="Rozhentsova Lidia (Bookbeat)" userId="6a8104a6-2637-4bcc-823e-d9640ac95018" providerId="ADAL" clId="{36940B63-5478-4857-B4E2-402564A96B21}" dt="2019-03-01T17:03:09.759" v="1741" actId="1076"/>
          <ac:picMkLst>
            <pc:docMk/>
            <pc:sldMk cId="1054718857" sldId="258"/>
            <ac:picMk id="2" creationId="{2E93DA22-AC1C-4D5F-A953-16F2AAC79B82}"/>
          </ac:picMkLst>
        </pc:picChg>
        <pc:picChg chg="add mod">
          <ac:chgData name="Rozhentsova Lidia (Bookbeat)" userId="6a8104a6-2637-4bcc-823e-d9640ac95018" providerId="ADAL" clId="{36940B63-5478-4857-B4E2-402564A96B21}" dt="2019-03-01T17:03:40.271" v="1749" actId="1076"/>
          <ac:picMkLst>
            <pc:docMk/>
            <pc:sldMk cId="1054718857" sldId="258"/>
            <ac:picMk id="3" creationId="{A859D599-D33A-4A3E-BC94-5A41EAB5D839}"/>
          </ac:picMkLst>
        </pc:picChg>
      </pc:sldChg>
      <pc:sldChg chg="addSp modSp add modNotesTx">
        <pc:chgData name="Rozhentsova Lidia (Bookbeat)" userId="6a8104a6-2637-4bcc-823e-d9640ac95018" providerId="ADAL" clId="{36940B63-5478-4857-B4E2-402564A96B21}" dt="2019-03-01T17:07:25.760" v="2217" actId="20577"/>
        <pc:sldMkLst>
          <pc:docMk/>
          <pc:sldMk cId="3347520975" sldId="259"/>
        </pc:sldMkLst>
        <pc:picChg chg="add mod">
          <ac:chgData name="Rozhentsova Lidia (Bookbeat)" userId="6a8104a6-2637-4bcc-823e-d9640ac95018" providerId="ADAL" clId="{36940B63-5478-4857-B4E2-402564A96B21}" dt="2019-03-01T17:05:05.928" v="1898" actId="1076"/>
          <ac:picMkLst>
            <pc:docMk/>
            <pc:sldMk cId="3347520975" sldId="259"/>
            <ac:picMk id="2" creationId="{D5EA325C-AD0C-4D87-9F28-274A56AA6C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AD43-6D91-4AB4-8E78-706A38AF2E2F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FB75-55C4-46C9-9660-13DF6EF5B68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22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Here</a:t>
            </a:r>
            <a:r>
              <a:rPr lang="sv-SE" dirty="0"/>
              <a:t> is an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behaviour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BookBeat End </a:t>
            </a:r>
            <a:r>
              <a:rPr lang="sv-SE" dirty="0" err="1"/>
              <a:t>Users</a:t>
            </a:r>
            <a:r>
              <a:rPr lang="sv-SE" dirty="0"/>
              <a:t> </a:t>
            </a:r>
            <a:r>
              <a:rPr lang="sv-SE" dirty="0" err="1"/>
              <a:t>changes</a:t>
            </a:r>
            <a:r>
              <a:rPr lang="sv-SE" dirty="0"/>
              <a:t> </a:t>
            </a:r>
            <a:r>
              <a:rPr lang="sv-SE" dirty="0" err="1"/>
              <a:t>their</a:t>
            </a:r>
            <a:r>
              <a:rPr lang="sv-SE" dirty="0"/>
              <a:t> </a:t>
            </a:r>
            <a:r>
              <a:rPr lang="sv-SE" dirty="0" err="1"/>
              <a:t>experience</a:t>
            </a:r>
            <a:r>
              <a:rPr lang="sv-SE" dirty="0"/>
              <a:t> in the BookBeat Mobile </a:t>
            </a:r>
            <a:r>
              <a:rPr lang="sv-SE" dirty="0" err="1"/>
              <a:t>App</a:t>
            </a:r>
            <a:r>
              <a:rPr lang="sv-SE" dirty="0"/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End </a:t>
            </a:r>
            <a:r>
              <a:rPr lang="sv-SE" dirty="0" err="1"/>
              <a:t>User</a:t>
            </a:r>
            <a:r>
              <a:rPr lang="sv-SE" dirty="0"/>
              <a:t> listens to a Book in BookBeat </a:t>
            </a:r>
            <a:r>
              <a:rPr lang="sv-SE" dirty="0" err="1"/>
              <a:t>App</a:t>
            </a:r>
            <a:endParaRPr lang="sv-SE" dirty="0"/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Information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who</a:t>
            </a:r>
            <a:r>
              <a:rPr lang="sv-SE" dirty="0"/>
              <a:t> </a:t>
            </a:r>
            <a:r>
              <a:rPr lang="sv-SE" dirty="0" err="1"/>
              <a:t>listened</a:t>
            </a:r>
            <a:r>
              <a:rPr lang="sv-SE" dirty="0"/>
              <a:t> to the Book, </a:t>
            </a:r>
            <a:r>
              <a:rPr lang="sv-SE" dirty="0" err="1"/>
              <a:t>which</a:t>
            </a:r>
            <a:r>
              <a:rPr lang="sv-SE" dirty="0"/>
              <a:t> Book and </a:t>
            </a:r>
            <a:r>
              <a:rPr lang="sv-SE" dirty="0" err="1"/>
              <a:t>how</a:t>
            </a:r>
            <a:r>
              <a:rPr lang="sv-SE" dirty="0"/>
              <a:t> long (</a:t>
            </a:r>
            <a:r>
              <a:rPr lang="sv-SE" dirty="0" err="1"/>
              <a:t>percent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books</a:t>
            </a:r>
            <a:r>
              <a:rPr lang="sv-SE" dirty="0"/>
              <a:t> </a:t>
            </a:r>
            <a:r>
              <a:rPr lang="sv-SE" dirty="0" err="1"/>
              <a:t>length</a:t>
            </a:r>
            <a:r>
              <a:rPr lang="sv-SE" dirty="0"/>
              <a:t>) </a:t>
            </a:r>
            <a:r>
              <a:rPr lang="sv-SE" dirty="0" err="1"/>
              <a:t>registered</a:t>
            </a:r>
            <a:r>
              <a:rPr lang="sv-SE" dirty="0"/>
              <a:t> in BookBeat </a:t>
            </a:r>
            <a:r>
              <a:rPr lang="sv-SE" dirty="0" err="1"/>
              <a:t>BackEnd</a:t>
            </a:r>
            <a:r>
              <a:rPr lang="sv-SE" dirty="0"/>
              <a:t> systems live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BookBeat </a:t>
            </a:r>
            <a:r>
              <a:rPr lang="sv-SE" dirty="0" err="1"/>
              <a:t>Datawarehouse</a:t>
            </a:r>
            <a:r>
              <a:rPr lang="sv-SE" dirty="0"/>
              <a:t> </a:t>
            </a:r>
            <a:r>
              <a:rPr lang="sv-SE" dirty="0" err="1"/>
              <a:t>refreshes</a:t>
            </a:r>
            <a:r>
              <a:rPr lang="sv-SE" dirty="0"/>
              <a:t>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night</a:t>
            </a:r>
            <a:r>
              <a:rPr lang="sv-SE" dirty="0"/>
              <a:t> by </a:t>
            </a:r>
            <a:r>
              <a:rPr lang="sv-SE" dirty="0" err="1"/>
              <a:t>reading</a:t>
            </a:r>
            <a:r>
              <a:rPr lang="sv-SE" dirty="0"/>
              <a:t> all </a:t>
            </a:r>
            <a:r>
              <a:rPr lang="sv-SE" dirty="0" err="1"/>
              <a:t>registered</a:t>
            </a:r>
            <a:r>
              <a:rPr lang="sv-SE" dirty="0"/>
              <a:t> events, </a:t>
            </a:r>
            <a:r>
              <a:rPr lang="sv-SE" dirty="0" err="1"/>
              <a:t>consumptions</a:t>
            </a:r>
            <a:r>
              <a:rPr lang="sv-SE" dirty="0"/>
              <a:t> </a:t>
            </a:r>
            <a:r>
              <a:rPr lang="sv-SE" dirty="0" err="1"/>
              <a:t>etc</a:t>
            </a:r>
            <a:r>
              <a:rPr lang="sv-SE" dirty="0"/>
              <a:t> from </a:t>
            </a:r>
            <a:r>
              <a:rPr lang="sv-SE" dirty="0" err="1"/>
              <a:t>BackEnd</a:t>
            </a:r>
            <a:r>
              <a:rPr lang="sv-SE" dirty="0"/>
              <a:t> systems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Information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which</a:t>
            </a:r>
            <a:r>
              <a:rPr lang="sv-SE" dirty="0"/>
              <a:t> Books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listened</a:t>
            </a:r>
            <a:r>
              <a:rPr lang="sv-SE" dirty="0"/>
              <a:t> to and by </a:t>
            </a:r>
            <a:r>
              <a:rPr lang="sv-SE" dirty="0" err="1"/>
              <a:t>whom</a:t>
            </a:r>
            <a:r>
              <a:rPr lang="sv-SE" dirty="0"/>
              <a:t> goes to </a:t>
            </a:r>
            <a:r>
              <a:rPr lang="sv-SE" dirty="0" err="1"/>
              <a:t>DataBricks</a:t>
            </a:r>
            <a:r>
              <a:rPr lang="sv-SE" dirty="0"/>
              <a:t> for </a:t>
            </a:r>
            <a:r>
              <a:rPr lang="sv-SE" dirty="0" err="1"/>
              <a:t>analysis</a:t>
            </a:r>
            <a:r>
              <a:rPr lang="sv-SE" dirty="0"/>
              <a:t> and generation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recommendations</a:t>
            </a:r>
            <a:r>
              <a:rPr lang="sv-SE" dirty="0"/>
              <a:t> (RelatedReadingsPy.py) – </a:t>
            </a:r>
            <a:r>
              <a:rPr lang="sv-SE" dirty="0" err="1"/>
              <a:t>we</a:t>
            </a:r>
            <a:r>
              <a:rPr lang="sv-SE" dirty="0"/>
              <a:t> make lists for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book</a:t>
            </a:r>
            <a:r>
              <a:rPr lang="sv-SE" dirty="0"/>
              <a:t> in the BookBeat service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books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users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listened</a:t>
            </a:r>
            <a:r>
              <a:rPr lang="sv-SE" dirty="0"/>
              <a:t> to (</a:t>
            </a:r>
            <a:r>
              <a:rPr lang="sv-SE" dirty="0" err="1"/>
              <a:t>related</a:t>
            </a:r>
            <a:r>
              <a:rPr lang="sv-SE" dirty="0"/>
              <a:t> </a:t>
            </a:r>
            <a:r>
              <a:rPr lang="sv-SE" dirty="0" err="1"/>
              <a:t>books</a:t>
            </a:r>
            <a:r>
              <a:rPr lang="sv-SE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The </a:t>
            </a:r>
            <a:r>
              <a:rPr lang="sv-SE" dirty="0" err="1"/>
              <a:t>generated</a:t>
            </a:r>
            <a:r>
              <a:rPr lang="sv-SE" dirty="0"/>
              <a:t> Book Lists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exported</a:t>
            </a:r>
            <a:r>
              <a:rPr lang="sv-SE" dirty="0"/>
              <a:t> from the </a:t>
            </a:r>
            <a:r>
              <a:rPr lang="sv-SE" dirty="0" err="1"/>
              <a:t>DataWarehouse</a:t>
            </a:r>
            <a:r>
              <a:rPr lang="sv-SE" dirty="0"/>
              <a:t> to the </a:t>
            </a:r>
            <a:r>
              <a:rPr lang="sv-SE" dirty="0" err="1"/>
              <a:t>BackEnd</a:t>
            </a:r>
            <a:r>
              <a:rPr lang="sv-SE" dirty="0"/>
              <a:t> system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EndUsers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book</a:t>
            </a:r>
            <a:r>
              <a:rPr lang="sv-SE" dirty="0"/>
              <a:t> in the BookBeat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”</a:t>
            </a:r>
            <a:r>
              <a:rPr lang="sv-SE" dirty="0" err="1"/>
              <a:t>Others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Listen To” list in the end </a:t>
            </a:r>
            <a:r>
              <a:rPr lang="sv-SE" dirty="0" err="1"/>
              <a:t>of</a:t>
            </a:r>
            <a:r>
              <a:rPr lang="sv-SE" dirty="0"/>
              <a:t> the page</a:t>
            </a:r>
          </a:p>
          <a:p>
            <a:pPr marL="228600" indent="-228600">
              <a:buFont typeface="+mj-lt"/>
              <a:buAutoNum type="arabicPeriod"/>
            </a:pP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EndUsers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on a </a:t>
            </a:r>
            <a:r>
              <a:rPr lang="sv-SE" dirty="0" err="1"/>
              <a:t>book</a:t>
            </a:r>
            <a:r>
              <a:rPr lang="sv-SE" dirty="0"/>
              <a:t> in the list ”</a:t>
            </a:r>
            <a:r>
              <a:rPr lang="sv-SE" dirty="0" err="1"/>
              <a:t>Others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Listen To”  </a:t>
            </a:r>
            <a:r>
              <a:rPr lang="sv-SE" dirty="0" err="1"/>
              <a:t>BackEnd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register an event </a:t>
            </a:r>
            <a:r>
              <a:rPr lang="sv-SE" dirty="0" err="1"/>
              <a:t>with</a:t>
            </a:r>
            <a:r>
              <a:rPr lang="sv-SE" dirty="0"/>
              <a:t> information </a:t>
            </a:r>
            <a:r>
              <a:rPr lang="sv-SE" dirty="0" err="1"/>
              <a:t>who</a:t>
            </a:r>
            <a:r>
              <a:rPr lang="sv-SE" dirty="0"/>
              <a:t> </a:t>
            </a:r>
            <a:r>
              <a:rPr lang="sv-SE" dirty="0" err="1"/>
              <a:t>clicked</a:t>
            </a:r>
            <a:r>
              <a:rPr lang="sv-SE" dirty="0"/>
              <a:t> on </a:t>
            </a:r>
            <a:r>
              <a:rPr lang="sv-SE" dirty="0" err="1"/>
              <a:t>what</a:t>
            </a:r>
            <a:r>
              <a:rPr lang="sv-SE" dirty="0"/>
              <a:t> list and </a:t>
            </a:r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book</a:t>
            </a:r>
            <a:endParaRPr lang="sv-SE" dirty="0"/>
          </a:p>
          <a:p>
            <a:pPr marL="228600" indent="-228600">
              <a:buFont typeface="+mj-lt"/>
              <a:buAutoNum type="arabicPeriod"/>
            </a:pPr>
            <a:r>
              <a:rPr lang="sv-SE" dirty="0"/>
              <a:t>Event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clicks</a:t>
            </a:r>
            <a:r>
              <a:rPr lang="sv-SE" dirty="0"/>
              <a:t> in the BookBeat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fetched</a:t>
            </a:r>
            <a:r>
              <a:rPr lang="sv-SE" dirty="0"/>
              <a:t> to the </a:t>
            </a:r>
            <a:r>
              <a:rPr lang="sv-SE" dirty="0" err="1"/>
              <a:t>DataWarehouse</a:t>
            </a:r>
            <a:r>
              <a:rPr lang="sv-SE" dirty="0"/>
              <a:t>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hour</a:t>
            </a:r>
            <a:r>
              <a:rPr lang="sv-SE" dirty="0"/>
              <a:t> and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</a:t>
            </a:r>
            <a:r>
              <a:rPr lang="sv-SE" dirty="0" err="1"/>
              <a:t>PowerBI</a:t>
            </a:r>
            <a:r>
              <a:rPr lang="sv-SE" dirty="0"/>
              <a:t> </a:t>
            </a:r>
            <a:r>
              <a:rPr lang="sv-SE" dirty="0" err="1"/>
              <a:t>report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shows </a:t>
            </a:r>
            <a:r>
              <a:rPr lang="sv-SE" dirty="0" err="1"/>
              <a:t>what</a:t>
            </a:r>
            <a:r>
              <a:rPr lang="sv-SE" dirty="0"/>
              <a:t> lists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popular</a:t>
            </a:r>
            <a:r>
              <a:rPr lang="sv-SE" dirty="0"/>
              <a:t> in the BookBeat </a:t>
            </a:r>
            <a:r>
              <a:rPr lang="sv-SE" dirty="0" err="1"/>
              <a:t>app</a:t>
            </a:r>
            <a:endParaRPr lang="sv-SE" dirty="0"/>
          </a:p>
          <a:p>
            <a:pPr marL="228600" indent="-228600">
              <a:buFont typeface="+mj-lt"/>
              <a:buAutoNum type="arabicPeriod"/>
            </a:pPr>
            <a:endParaRPr lang="sv-SE" dirty="0"/>
          </a:p>
          <a:p>
            <a:pPr marL="228600" indent="-228600">
              <a:buFont typeface="+mj-lt"/>
              <a:buAutoNum type="arabicPeriod"/>
            </a:pPr>
            <a:endParaRPr lang="sv-SE" dirty="0"/>
          </a:p>
          <a:p>
            <a:pPr marL="0" indent="0">
              <a:buFont typeface="+mj-lt"/>
              <a:buNone/>
            </a:pPr>
            <a:r>
              <a:rPr lang="sv-SE" dirty="0" err="1"/>
              <a:t>This</a:t>
            </a:r>
            <a:r>
              <a:rPr lang="sv-SE" dirty="0"/>
              <a:t> is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recommendations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produce</a:t>
            </a:r>
            <a:r>
              <a:rPr lang="sv-SE" dirty="0"/>
              <a:t> in the </a:t>
            </a:r>
            <a:r>
              <a:rPr lang="sv-SE" dirty="0" err="1"/>
              <a:t>DataWarehouse</a:t>
            </a:r>
            <a:r>
              <a:rPr lang="sv-SE" dirty="0"/>
              <a:t>.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personal </a:t>
            </a:r>
            <a:r>
              <a:rPr lang="sv-SE" dirty="0" err="1"/>
              <a:t>recommendations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on all </a:t>
            </a:r>
            <a:r>
              <a:rPr lang="sv-SE" dirty="0" err="1"/>
              <a:t>books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an </a:t>
            </a:r>
            <a:r>
              <a:rPr lang="sv-SE" dirty="0" err="1"/>
              <a:t>EndUser</a:t>
            </a:r>
            <a:r>
              <a:rPr lang="sv-SE" dirty="0"/>
              <a:t> </a:t>
            </a:r>
            <a:r>
              <a:rPr lang="sv-SE" dirty="0" err="1"/>
              <a:t>listened</a:t>
            </a:r>
            <a:r>
              <a:rPr lang="sv-SE" dirty="0"/>
              <a:t> to,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lists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newly</a:t>
            </a:r>
            <a:r>
              <a:rPr lang="sv-SE" dirty="0"/>
              <a:t> </a:t>
            </a:r>
            <a:r>
              <a:rPr lang="sv-SE" dirty="0" err="1"/>
              <a:t>published</a:t>
            </a:r>
            <a:r>
              <a:rPr lang="sv-SE" dirty="0"/>
              <a:t> </a:t>
            </a:r>
            <a:r>
              <a:rPr lang="sv-SE" dirty="0" err="1"/>
              <a:t>books</a:t>
            </a:r>
            <a:r>
              <a:rPr lang="sv-SE" dirty="0"/>
              <a:t> etc.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find</a:t>
            </a:r>
            <a:r>
              <a:rPr lang="sv-SE" dirty="0"/>
              <a:t> the </a:t>
            </a:r>
            <a:r>
              <a:rPr lang="sv-SE" dirty="0" err="1"/>
              <a:t>PowerBI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which</a:t>
            </a:r>
            <a:r>
              <a:rPr lang="sv-SE" dirty="0"/>
              <a:t> lists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popular</a:t>
            </a:r>
            <a:r>
              <a:rPr lang="sv-SE" dirty="0"/>
              <a:t> in Book list </a:t>
            </a:r>
            <a:r>
              <a:rPr lang="sv-SE" dirty="0" err="1"/>
              <a:t>popularity.pbix</a:t>
            </a:r>
            <a:r>
              <a:rPr lang="sv-SE" dirty="0"/>
              <a:t>. Source data for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report</a:t>
            </a:r>
            <a:r>
              <a:rPr lang="sv-SE" dirty="0"/>
              <a:t> is in Book List Popularity.xlsx.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3FB75-55C4-46C9-9660-13DF6EF5B683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2149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Here</a:t>
            </a:r>
            <a:r>
              <a:rPr lang="sv-SE" dirty="0"/>
              <a:t> is the ”</a:t>
            </a:r>
            <a:r>
              <a:rPr lang="sv-SE" dirty="0" err="1"/>
              <a:t>Others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Listen To” list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on bookbeat.com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choose</a:t>
            </a:r>
            <a:r>
              <a:rPr lang="sv-SE" dirty="0"/>
              <a:t> A Game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Thrones</a:t>
            </a:r>
            <a:r>
              <a:rPr lang="sv-SE" dirty="0"/>
              <a:t>. The same list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shown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in the BookBeat Mobile App.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3FB75-55C4-46C9-9660-13DF6EF5B683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032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Here</a:t>
            </a:r>
            <a:r>
              <a:rPr lang="sv-SE" dirty="0"/>
              <a:t> is </a:t>
            </a:r>
            <a:r>
              <a:rPr lang="sv-SE" dirty="0" err="1"/>
              <a:t>another</a:t>
            </a:r>
            <a:r>
              <a:rPr lang="sv-SE" dirty="0"/>
              <a:t> </a:t>
            </a:r>
            <a:r>
              <a:rPr lang="sv-SE" dirty="0" err="1"/>
              <a:t>PowerBI</a:t>
            </a:r>
            <a:r>
              <a:rPr lang="sv-SE" dirty="0"/>
              <a:t> </a:t>
            </a:r>
            <a:r>
              <a:rPr lang="sv-SE" dirty="0" err="1"/>
              <a:t>report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developed</a:t>
            </a:r>
            <a:r>
              <a:rPr lang="sv-SE" dirty="0"/>
              <a:t> for </a:t>
            </a:r>
            <a:r>
              <a:rPr lang="sv-SE" dirty="0" err="1"/>
              <a:t>our</a:t>
            </a:r>
            <a:r>
              <a:rPr lang="sv-SE" dirty="0"/>
              <a:t> business </a:t>
            </a:r>
            <a:r>
              <a:rPr lang="sv-SE" dirty="0" err="1"/>
              <a:t>users</a:t>
            </a:r>
            <a:r>
              <a:rPr lang="sv-SE" dirty="0"/>
              <a:t> (</a:t>
            </a:r>
            <a:r>
              <a:rPr lang="sv-SE" dirty="0" err="1"/>
              <a:t>primarily</a:t>
            </a:r>
            <a:r>
              <a:rPr lang="sv-SE" dirty="0"/>
              <a:t> </a:t>
            </a:r>
            <a:r>
              <a:rPr lang="sv-SE" dirty="0" err="1"/>
              <a:t>Customer</a:t>
            </a:r>
            <a:r>
              <a:rPr lang="sv-SE" dirty="0"/>
              <a:t> </a:t>
            </a:r>
            <a:r>
              <a:rPr lang="sv-SE" dirty="0" err="1"/>
              <a:t>Journey</a:t>
            </a:r>
            <a:r>
              <a:rPr lang="sv-SE" dirty="0"/>
              <a:t> manager).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report</a:t>
            </a:r>
            <a:r>
              <a:rPr lang="sv-SE" dirty="0"/>
              <a:t> shows: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Trial </a:t>
            </a:r>
            <a:r>
              <a:rPr lang="sv-SE" dirty="0" err="1"/>
              <a:t>conversion</a:t>
            </a:r>
            <a:r>
              <a:rPr lang="sv-SE" dirty="0"/>
              <a:t> -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End </a:t>
            </a:r>
            <a:r>
              <a:rPr lang="sv-SE" dirty="0" err="1"/>
              <a:t>Users</a:t>
            </a:r>
            <a:r>
              <a:rPr lang="sv-SE" dirty="0"/>
              <a:t> </a:t>
            </a:r>
            <a:r>
              <a:rPr lang="sv-SE" dirty="0" err="1"/>
              <a:t>convert</a:t>
            </a:r>
            <a:r>
              <a:rPr lang="sv-SE" dirty="0"/>
              <a:t> from trial (</a:t>
            </a:r>
            <a:r>
              <a:rPr lang="sv-SE" dirty="0" err="1"/>
              <a:t>free</a:t>
            </a:r>
            <a:r>
              <a:rPr lang="sv-SE" dirty="0"/>
              <a:t>) version </a:t>
            </a:r>
            <a:r>
              <a:rPr lang="sv-SE" dirty="0" err="1"/>
              <a:t>of</a:t>
            </a:r>
            <a:r>
              <a:rPr lang="sv-SE" dirty="0"/>
              <a:t> BookBeat to </a:t>
            </a:r>
            <a:r>
              <a:rPr lang="sv-SE" dirty="0" err="1"/>
              <a:t>paying</a:t>
            </a:r>
            <a:endParaRPr lang="sv-S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 err="1"/>
              <a:t>Heartbreakers</a:t>
            </a:r>
            <a:r>
              <a:rPr lang="sv-SE" dirty="0"/>
              <a:t> –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paying</a:t>
            </a:r>
            <a:r>
              <a:rPr lang="sv-SE" dirty="0"/>
              <a:t> </a:t>
            </a:r>
            <a:r>
              <a:rPr lang="sv-SE" dirty="0" err="1"/>
              <a:t>EndUsers</a:t>
            </a:r>
            <a:r>
              <a:rPr lang="sv-SE" dirty="0"/>
              <a:t> </a:t>
            </a:r>
            <a:r>
              <a:rPr lang="sv-SE" dirty="0" err="1"/>
              <a:t>become</a:t>
            </a:r>
            <a:r>
              <a:rPr lang="sv-SE" dirty="0"/>
              <a:t> </a:t>
            </a:r>
            <a:r>
              <a:rPr lang="sv-SE" dirty="0" err="1"/>
              <a:t>inactive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3FB75-55C4-46C9-9660-13DF6EF5B683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530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A80DF64-A988-4DA4-B5A0-0D9A98CCE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C875279-DC88-4140-A8D4-C73BAE8CF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0948D2D-2D86-47FF-81EC-F9137FC5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F4AF799-7373-4EF6-9C2D-A2A5C430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EC95460-9A5C-4D99-8D3A-AAC71919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779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1C89EE-3658-4D93-86DD-DFAB8325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DB14A40-E913-4F99-866F-8D7EE091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428A6EA-9793-4CEA-BFA3-8E67BF86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A6476BC-1C8D-4598-A333-FAEB938A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EC8425B-66F4-40AA-A791-21A029A2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659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E41586-FA2F-4387-BB72-6AEC2726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77FF2B8-56AE-4F2B-9B18-0991DC940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0E58C9C-BDA6-41F9-A023-A71C5A0A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84A2DAB-9739-4246-8763-6B8978C5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9D755BD-F737-49F4-9F04-4E9B42BB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473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A0BEFE-1021-4EFA-AF4A-DB1F3A63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6470BAC-9F7A-48EF-BCA0-8AC0B587A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838B50F-A060-46FA-AB29-2019C778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9CBAE32-8A6F-435B-BE2B-EA4E7F57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C29DBDA-FFC7-4E58-8560-991D0767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9066F17-6431-4ECC-A8A6-84C011F7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059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0E25F61-F131-4A28-B00C-D5FAB53C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77A4886-E2F0-4FA4-B982-87083DE3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291FAD7-0995-4875-9FD8-C2EF53D42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586D8EE-B161-4380-9C63-78B4211EB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1EBCB3E-277A-4939-A355-B370C07DC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319C067F-086F-4DF0-9E99-8EAC0B74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43FD099C-9B74-4178-932D-A8180428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4B5671A-6FC7-4573-88F2-1F351F37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139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9BEBB5-B290-4623-90A0-24292AA9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DBC50543-6A93-404D-8D9F-7AA570C9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446E82A-618C-40DE-AC00-9EAC24A8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8C4BD0-AD65-4576-A18B-D9D282D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2082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1190FA4-F0D1-4A15-99E6-ADBB90CE3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585756E-BA5A-425C-9DC4-96C1E184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45806BD-7923-4B08-9D59-D36BB92D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857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356A6A-B088-4F8D-BC68-FFC05B11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DD75C10-A248-4F05-8D35-94BCA6058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9A90096-7924-43EB-8CD4-4E11603D5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EB1A816-2DA8-4912-A72E-6028A7BB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D938FE2-C4C3-4117-B525-3F26D5EA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A83E0F2-956B-46C5-9730-F79DE2AA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735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9B1FD3B-C26D-430C-8044-41ED1232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A2ED2512-52F4-4EBC-AAD9-D3C24606A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3B009D0-5A21-4E7B-A1DA-725C9011B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EC2E34A-7224-45C2-8C6A-B450E127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3513332-6012-4333-B2A2-835FB6ED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D1E4B4D-06EC-47CD-AF12-E5D788C4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756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B96AB8-1298-4970-874A-F917581B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088BFF1-5E00-4B98-BE56-CF745D33D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BEB9549-FCF2-4FF4-814C-6FBFB9D3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9F2ADA4-C0DB-4ACB-832D-FAFA526C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033B770-B212-4AC1-9004-FA72AF57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231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396CE72A-1BC7-4A9E-923F-92A03A475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4242FBC-3F70-491E-A95C-3313674A5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254CBAE-D023-4D0E-A9A1-D7BA8E2B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3159775-283F-49B2-A63F-A43E2998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E66CC1-1529-42DA-9814-6EE1ECFB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513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917400C-BCB5-4836-8D8D-FC26C6C2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21D3F07-3A2F-45CE-B3A6-A28F24E1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3CC1E6B-594F-422C-86FC-7F2452EC3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6C3CA-5448-46B2-9D14-7ACC0FAE3C81}" type="datetimeFigureOut">
              <a:rPr lang="sv-SE" smtClean="0"/>
              <a:t>2019-03-01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ED0FB3-BA83-4AF1-B7C3-BF87D8017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C34E248-3626-41FC-9586-90D49FA0C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A5283-6088-40B6-9F53-61F7B323EFC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763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3F9D0A71-82FC-4259-A8B3-0EE1ED40F69C}"/>
              </a:ext>
            </a:extLst>
          </p:cNvPr>
          <p:cNvSpPr/>
          <p:nvPr/>
        </p:nvSpPr>
        <p:spPr>
          <a:xfrm>
            <a:off x="152400" y="962025"/>
            <a:ext cx="1704975" cy="5190360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ktangel: rundade hörn 21">
            <a:extLst>
              <a:ext uri="{FF2B5EF4-FFF2-40B4-BE49-F238E27FC236}">
                <a16:creationId xmlns:a16="http://schemas.microsoft.com/office/drawing/2014/main" id="{F2C17F0F-C8CE-4C61-B5FE-BBD9CAA7E0B6}"/>
              </a:ext>
            </a:extLst>
          </p:cNvPr>
          <p:cNvSpPr/>
          <p:nvPr/>
        </p:nvSpPr>
        <p:spPr>
          <a:xfrm>
            <a:off x="2665477" y="962025"/>
            <a:ext cx="1955669" cy="5190362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ktangel: rundade hörn 26">
            <a:extLst>
              <a:ext uri="{FF2B5EF4-FFF2-40B4-BE49-F238E27FC236}">
                <a16:creationId xmlns:a16="http://schemas.microsoft.com/office/drawing/2014/main" id="{BE6F4EDB-0BD0-445E-A073-27C9D2FA1639}"/>
              </a:ext>
            </a:extLst>
          </p:cNvPr>
          <p:cNvSpPr/>
          <p:nvPr/>
        </p:nvSpPr>
        <p:spPr>
          <a:xfrm>
            <a:off x="5873214" y="962024"/>
            <a:ext cx="5394861" cy="5190361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" name="Bild 2" descr="Smartphone">
            <a:extLst>
              <a:ext uri="{FF2B5EF4-FFF2-40B4-BE49-F238E27FC236}">
                <a16:creationId xmlns:a16="http://schemas.microsoft.com/office/drawing/2014/main" id="{4BEEAC06-ACCC-4D50-9ADD-F50313FC8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232" y="2402863"/>
            <a:ext cx="914400" cy="914400"/>
          </a:xfrm>
          <a:prstGeom prst="rect">
            <a:avLst/>
          </a:prstGeom>
        </p:spPr>
      </p:pic>
      <p:pic>
        <p:nvPicPr>
          <p:cNvPr id="5" name="Bild 4" descr="Surfplatta">
            <a:extLst>
              <a:ext uri="{FF2B5EF4-FFF2-40B4-BE49-F238E27FC236}">
                <a16:creationId xmlns:a16="http://schemas.microsoft.com/office/drawing/2014/main" id="{3821DEFB-42FC-4B53-A4D3-DC8E95713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207" y="3790567"/>
            <a:ext cx="914400" cy="914400"/>
          </a:xfrm>
          <a:prstGeom prst="rect">
            <a:avLst/>
          </a:prstGeom>
        </p:spPr>
      </p:pic>
      <p:pic>
        <p:nvPicPr>
          <p:cNvPr id="7" name="Bild 6" descr="Kvinna">
            <a:extLst>
              <a:ext uri="{FF2B5EF4-FFF2-40B4-BE49-F238E27FC236}">
                <a16:creationId xmlns:a16="http://schemas.microsoft.com/office/drawing/2014/main" id="{FC0B8C9E-F1B5-4754-B408-34593B0D7F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0409" y="3050115"/>
            <a:ext cx="914400" cy="914400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4C32074E-9113-4E49-A1BB-05A45D7609EF}"/>
              </a:ext>
            </a:extLst>
          </p:cNvPr>
          <p:cNvSpPr txBox="1"/>
          <p:nvPr/>
        </p:nvSpPr>
        <p:spPr>
          <a:xfrm>
            <a:off x="0" y="190625"/>
            <a:ext cx="2090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/>
              <a:t>BookBeat Mobile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Users</a:t>
            </a:r>
            <a:endParaRPr lang="sv-SE" dirty="0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9D781DEE-E0DD-4A41-8BED-3705164B5A82}"/>
              </a:ext>
            </a:extLst>
          </p:cNvPr>
          <p:cNvSpPr/>
          <p:nvPr/>
        </p:nvSpPr>
        <p:spPr>
          <a:xfrm>
            <a:off x="3267075" y="1444026"/>
            <a:ext cx="800100" cy="9890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Users</a:t>
            </a:r>
            <a:endParaRPr lang="sv-SE" dirty="0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FE90AF85-FFB2-4DCA-B8ED-CBE579074E86}"/>
              </a:ext>
            </a:extLst>
          </p:cNvPr>
          <p:cNvSpPr txBox="1"/>
          <p:nvPr/>
        </p:nvSpPr>
        <p:spPr>
          <a:xfrm>
            <a:off x="2638425" y="513791"/>
            <a:ext cx="1982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BookBeat </a:t>
            </a:r>
            <a:r>
              <a:rPr lang="sv-SE" dirty="0" err="1"/>
              <a:t>BackEnd</a:t>
            </a:r>
            <a:endParaRPr lang="sv-SE" dirty="0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6744534F-1AEA-49A7-820B-5BAB6C7EB02B}"/>
              </a:ext>
            </a:extLst>
          </p:cNvPr>
          <p:cNvSpPr/>
          <p:nvPr/>
        </p:nvSpPr>
        <p:spPr>
          <a:xfrm>
            <a:off x="3114674" y="2573274"/>
            <a:ext cx="1171575" cy="9890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 err="1"/>
              <a:t>Consumption</a:t>
            </a:r>
            <a:endParaRPr lang="sv-SE" sz="1400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DCBF7963-B519-4412-9009-15423F04A2EA}"/>
              </a:ext>
            </a:extLst>
          </p:cNvPr>
          <p:cNvSpPr/>
          <p:nvPr/>
        </p:nvSpPr>
        <p:spPr>
          <a:xfrm>
            <a:off x="3300411" y="3848862"/>
            <a:ext cx="800100" cy="9890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Events</a:t>
            </a:r>
          </a:p>
        </p:txBody>
      </p:sp>
      <p:cxnSp>
        <p:nvCxnSpPr>
          <p:cNvPr id="15" name="Rak pilkoppling 14">
            <a:extLst>
              <a:ext uri="{FF2B5EF4-FFF2-40B4-BE49-F238E27FC236}">
                <a16:creationId xmlns:a16="http://schemas.microsoft.com/office/drawing/2014/main" id="{7B011233-44CC-4CE2-8C5A-BFAA175E4BE9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1857375" y="1938564"/>
            <a:ext cx="1409700" cy="63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ak pilkoppling 16">
            <a:extLst>
              <a:ext uri="{FF2B5EF4-FFF2-40B4-BE49-F238E27FC236}">
                <a16:creationId xmlns:a16="http://schemas.microsoft.com/office/drawing/2014/main" id="{2DF093FD-093F-44C9-B8C4-4257A4AFAC95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857375" y="3067050"/>
            <a:ext cx="1257299" cy="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pilkoppling 18">
            <a:extLst>
              <a:ext uri="{FF2B5EF4-FFF2-40B4-BE49-F238E27FC236}">
                <a16:creationId xmlns:a16="http://schemas.microsoft.com/office/drawing/2014/main" id="{BCBFC34B-703B-4989-86C5-4B34BFC3DE35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1857375" y="3524250"/>
            <a:ext cx="1443036" cy="819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ylinder 22">
            <a:extLst>
              <a:ext uri="{FF2B5EF4-FFF2-40B4-BE49-F238E27FC236}">
                <a16:creationId xmlns:a16="http://schemas.microsoft.com/office/drawing/2014/main" id="{28B5E92D-829C-4415-B51A-5B4EDAD0A32F}"/>
              </a:ext>
            </a:extLst>
          </p:cNvPr>
          <p:cNvSpPr/>
          <p:nvPr/>
        </p:nvSpPr>
        <p:spPr>
          <a:xfrm>
            <a:off x="6096000" y="1938564"/>
            <a:ext cx="2486025" cy="240483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DataWarehouse</a:t>
            </a:r>
            <a:endParaRPr lang="sv-SE" dirty="0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EE479FD3-DCB9-47A8-B347-E54BE6296A41}"/>
              </a:ext>
            </a:extLst>
          </p:cNvPr>
          <p:cNvSpPr txBox="1"/>
          <p:nvPr/>
        </p:nvSpPr>
        <p:spPr>
          <a:xfrm>
            <a:off x="7278527" y="513791"/>
            <a:ext cx="260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BookBeat </a:t>
            </a:r>
            <a:r>
              <a:rPr lang="sv-SE" dirty="0" err="1"/>
              <a:t>Datawarehouse</a:t>
            </a:r>
            <a:endParaRPr lang="sv-SE" dirty="0"/>
          </a:p>
        </p:txBody>
      </p:sp>
      <p:sp>
        <p:nvSpPr>
          <p:cNvPr id="26" name="Kub 25">
            <a:extLst>
              <a:ext uri="{FF2B5EF4-FFF2-40B4-BE49-F238E27FC236}">
                <a16:creationId xmlns:a16="http://schemas.microsoft.com/office/drawing/2014/main" id="{1101ED2D-B439-4D3D-8ED2-99163DB81176}"/>
              </a:ext>
            </a:extLst>
          </p:cNvPr>
          <p:cNvSpPr/>
          <p:nvPr/>
        </p:nvSpPr>
        <p:spPr>
          <a:xfrm>
            <a:off x="9466330" y="2446038"/>
            <a:ext cx="1657350" cy="13898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DataBricks</a:t>
            </a:r>
            <a:endParaRPr lang="sv-SE" dirty="0"/>
          </a:p>
        </p:txBody>
      </p:sp>
      <p:cxnSp>
        <p:nvCxnSpPr>
          <p:cNvPr id="29" name="Rak pilkoppling 28">
            <a:extLst>
              <a:ext uri="{FF2B5EF4-FFF2-40B4-BE49-F238E27FC236}">
                <a16:creationId xmlns:a16="http://schemas.microsoft.com/office/drawing/2014/main" id="{11129464-5F42-445C-A73F-2F54CE10EDEB}"/>
              </a:ext>
            </a:extLst>
          </p:cNvPr>
          <p:cNvCxnSpPr>
            <a:cxnSpLocks/>
          </p:cNvCxnSpPr>
          <p:nvPr/>
        </p:nvCxnSpPr>
        <p:spPr>
          <a:xfrm>
            <a:off x="8582025" y="3056763"/>
            <a:ext cx="884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ak pilkoppling 30">
            <a:extLst>
              <a:ext uri="{FF2B5EF4-FFF2-40B4-BE49-F238E27FC236}">
                <a16:creationId xmlns:a16="http://schemas.microsoft.com/office/drawing/2014/main" id="{89315B5F-6C9D-4CE2-8B29-DE9E191629DE}"/>
              </a:ext>
            </a:extLst>
          </p:cNvPr>
          <p:cNvCxnSpPr>
            <a:cxnSpLocks/>
          </p:cNvCxnSpPr>
          <p:nvPr/>
        </p:nvCxnSpPr>
        <p:spPr>
          <a:xfrm flipH="1">
            <a:off x="8570644" y="3571875"/>
            <a:ext cx="88430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ak pilkoppling 32">
            <a:extLst>
              <a:ext uri="{FF2B5EF4-FFF2-40B4-BE49-F238E27FC236}">
                <a16:creationId xmlns:a16="http://schemas.microsoft.com/office/drawing/2014/main" id="{63A5C490-EBDD-4937-A622-97BE024BC691}"/>
              </a:ext>
            </a:extLst>
          </p:cNvPr>
          <p:cNvCxnSpPr>
            <a:cxnSpLocks/>
          </p:cNvCxnSpPr>
          <p:nvPr/>
        </p:nvCxnSpPr>
        <p:spPr>
          <a:xfrm>
            <a:off x="4075177" y="2019300"/>
            <a:ext cx="2020823" cy="8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ak pilkoppling 37">
            <a:extLst>
              <a:ext uri="{FF2B5EF4-FFF2-40B4-BE49-F238E27FC236}">
                <a16:creationId xmlns:a16="http://schemas.microsoft.com/office/drawing/2014/main" id="{1835C154-BBA1-4F15-8849-918EC708CE7D}"/>
              </a:ext>
            </a:extLst>
          </p:cNvPr>
          <p:cNvCxnSpPr/>
          <p:nvPr/>
        </p:nvCxnSpPr>
        <p:spPr>
          <a:xfrm>
            <a:off x="4286249" y="3067050"/>
            <a:ext cx="1809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ak pilkoppling 39">
            <a:extLst>
              <a:ext uri="{FF2B5EF4-FFF2-40B4-BE49-F238E27FC236}">
                <a16:creationId xmlns:a16="http://schemas.microsoft.com/office/drawing/2014/main" id="{DB907336-A86D-43A6-BA32-53E32350D585}"/>
              </a:ext>
            </a:extLst>
          </p:cNvPr>
          <p:cNvCxnSpPr/>
          <p:nvPr/>
        </p:nvCxnSpPr>
        <p:spPr>
          <a:xfrm flipV="1">
            <a:off x="4075177" y="3257550"/>
            <a:ext cx="2020823" cy="1085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ruta 40">
            <a:extLst>
              <a:ext uri="{FF2B5EF4-FFF2-40B4-BE49-F238E27FC236}">
                <a16:creationId xmlns:a16="http://schemas.microsoft.com/office/drawing/2014/main" id="{5A6B5B2D-01F2-4913-BBF9-2E28CEED499C}"/>
              </a:ext>
            </a:extLst>
          </p:cNvPr>
          <p:cNvSpPr txBox="1"/>
          <p:nvPr/>
        </p:nvSpPr>
        <p:spPr>
          <a:xfrm>
            <a:off x="1790937" y="2730437"/>
            <a:ext cx="125729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Which</a:t>
            </a:r>
            <a:r>
              <a:rPr lang="sv-SE" sz="1050" dirty="0"/>
              <a:t> Books and </a:t>
            </a:r>
            <a:r>
              <a:rPr lang="sv-SE" sz="1050" dirty="0" err="1"/>
              <a:t>how</a:t>
            </a:r>
            <a:r>
              <a:rPr lang="sv-SE" sz="1050" dirty="0"/>
              <a:t> long </a:t>
            </a:r>
            <a:r>
              <a:rPr lang="sv-SE" sz="1050" dirty="0" err="1"/>
              <a:t>users</a:t>
            </a:r>
            <a:r>
              <a:rPr lang="sv-SE" sz="1050" dirty="0"/>
              <a:t> listen to</a:t>
            </a:r>
          </a:p>
        </p:txBody>
      </p:sp>
      <p:sp>
        <p:nvSpPr>
          <p:cNvPr id="42" name="textruta 41">
            <a:extLst>
              <a:ext uri="{FF2B5EF4-FFF2-40B4-BE49-F238E27FC236}">
                <a16:creationId xmlns:a16="http://schemas.microsoft.com/office/drawing/2014/main" id="{85C8201D-1AB8-4ED0-A79B-35F8D53A17E1}"/>
              </a:ext>
            </a:extLst>
          </p:cNvPr>
          <p:cNvSpPr txBox="1"/>
          <p:nvPr/>
        </p:nvSpPr>
        <p:spPr>
          <a:xfrm>
            <a:off x="1983680" y="3486884"/>
            <a:ext cx="125729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How</a:t>
            </a:r>
            <a:r>
              <a:rPr lang="sv-SE" sz="1050" dirty="0"/>
              <a:t> </a:t>
            </a:r>
            <a:r>
              <a:rPr lang="sv-SE" sz="1050" dirty="0" err="1"/>
              <a:t>Users</a:t>
            </a:r>
            <a:r>
              <a:rPr lang="sv-SE" sz="1050" dirty="0"/>
              <a:t> </a:t>
            </a:r>
            <a:r>
              <a:rPr lang="sv-SE" sz="1050" dirty="0" err="1"/>
              <a:t>use</a:t>
            </a:r>
            <a:r>
              <a:rPr lang="sv-SE" sz="1050" dirty="0"/>
              <a:t> BookBeat </a:t>
            </a:r>
            <a:r>
              <a:rPr lang="sv-SE" sz="1050" dirty="0" err="1"/>
              <a:t>App</a:t>
            </a:r>
            <a:r>
              <a:rPr lang="sv-SE" sz="1050" dirty="0"/>
              <a:t> (</a:t>
            </a:r>
            <a:r>
              <a:rPr lang="sv-SE" sz="1050" dirty="0" err="1"/>
              <a:t>clicks</a:t>
            </a:r>
            <a:r>
              <a:rPr lang="sv-SE" sz="1050" dirty="0"/>
              <a:t> on </a:t>
            </a:r>
            <a:r>
              <a:rPr lang="sv-SE" sz="1050" dirty="0" err="1"/>
              <a:t>recommendation</a:t>
            </a:r>
            <a:r>
              <a:rPr lang="sv-SE" sz="1050" dirty="0"/>
              <a:t> lists)</a:t>
            </a:r>
          </a:p>
        </p:txBody>
      </p:sp>
      <p:sp>
        <p:nvSpPr>
          <p:cNvPr id="43" name="textruta 42">
            <a:extLst>
              <a:ext uri="{FF2B5EF4-FFF2-40B4-BE49-F238E27FC236}">
                <a16:creationId xmlns:a16="http://schemas.microsoft.com/office/drawing/2014/main" id="{027970D8-446B-4B69-9C5B-E2A53FB086FF}"/>
              </a:ext>
            </a:extLst>
          </p:cNvPr>
          <p:cNvSpPr txBox="1"/>
          <p:nvPr/>
        </p:nvSpPr>
        <p:spPr>
          <a:xfrm>
            <a:off x="8570644" y="2652314"/>
            <a:ext cx="10111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Which</a:t>
            </a:r>
            <a:r>
              <a:rPr lang="sv-SE" sz="1050" dirty="0"/>
              <a:t> Books </a:t>
            </a:r>
            <a:r>
              <a:rPr lang="sv-SE" sz="1050" dirty="0" err="1"/>
              <a:t>users</a:t>
            </a:r>
            <a:r>
              <a:rPr lang="sv-SE" sz="1050" dirty="0"/>
              <a:t> listen to</a:t>
            </a:r>
          </a:p>
        </p:txBody>
      </p:sp>
      <p:sp>
        <p:nvSpPr>
          <p:cNvPr id="46" name="textruta 45">
            <a:extLst>
              <a:ext uri="{FF2B5EF4-FFF2-40B4-BE49-F238E27FC236}">
                <a16:creationId xmlns:a16="http://schemas.microsoft.com/office/drawing/2014/main" id="{E1299774-908C-4D28-9DD7-400871433331}"/>
              </a:ext>
            </a:extLst>
          </p:cNvPr>
          <p:cNvSpPr txBox="1"/>
          <p:nvPr/>
        </p:nvSpPr>
        <p:spPr>
          <a:xfrm>
            <a:off x="8548856" y="3334255"/>
            <a:ext cx="1011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Related</a:t>
            </a:r>
            <a:r>
              <a:rPr lang="sv-SE" sz="1050" dirty="0"/>
              <a:t> Books</a:t>
            </a:r>
          </a:p>
        </p:txBody>
      </p:sp>
      <p:sp>
        <p:nvSpPr>
          <p:cNvPr id="47" name="Cylinder 46">
            <a:extLst>
              <a:ext uri="{FF2B5EF4-FFF2-40B4-BE49-F238E27FC236}">
                <a16:creationId xmlns:a16="http://schemas.microsoft.com/office/drawing/2014/main" id="{F26D3045-1927-4421-953E-076BCA17B991}"/>
              </a:ext>
            </a:extLst>
          </p:cNvPr>
          <p:cNvSpPr/>
          <p:nvPr/>
        </p:nvSpPr>
        <p:spPr>
          <a:xfrm>
            <a:off x="3275077" y="5059298"/>
            <a:ext cx="800100" cy="9890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Lists</a:t>
            </a:r>
          </a:p>
        </p:txBody>
      </p:sp>
      <p:cxnSp>
        <p:nvCxnSpPr>
          <p:cNvPr id="48" name="Rak pilkoppling 47">
            <a:extLst>
              <a:ext uri="{FF2B5EF4-FFF2-40B4-BE49-F238E27FC236}">
                <a16:creationId xmlns:a16="http://schemas.microsoft.com/office/drawing/2014/main" id="{6CEBF541-D151-4E87-9022-890316ACEFD5}"/>
              </a:ext>
            </a:extLst>
          </p:cNvPr>
          <p:cNvCxnSpPr>
            <a:cxnSpLocks/>
          </p:cNvCxnSpPr>
          <p:nvPr/>
        </p:nvCxnSpPr>
        <p:spPr>
          <a:xfrm flipH="1">
            <a:off x="4086558" y="3557206"/>
            <a:ext cx="2009443" cy="19467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ak pilkoppling 50">
            <a:extLst>
              <a:ext uri="{FF2B5EF4-FFF2-40B4-BE49-F238E27FC236}">
                <a16:creationId xmlns:a16="http://schemas.microsoft.com/office/drawing/2014/main" id="{8089217B-89AC-479B-923D-C6DFDBFB0BE2}"/>
              </a:ext>
            </a:extLst>
          </p:cNvPr>
          <p:cNvCxnSpPr>
            <a:cxnSpLocks/>
          </p:cNvCxnSpPr>
          <p:nvPr/>
        </p:nvCxnSpPr>
        <p:spPr>
          <a:xfrm flipH="1" flipV="1">
            <a:off x="1857375" y="4210050"/>
            <a:ext cx="1409701" cy="13437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ruta 52">
            <a:extLst>
              <a:ext uri="{FF2B5EF4-FFF2-40B4-BE49-F238E27FC236}">
                <a16:creationId xmlns:a16="http://schemas.microsoft.com/office/drawing/2014/main" id="{849EE867-6E7A-422B-9170-9D968104EDF5}"/>
              </a:ext>
            </a:extLst>
          </p:cNvPr>
          <p:cNvSpPr txBox="1"/>
          <p:nvPr/>
        </p:nvSpPr>
        <p:spPr>
          <a:xfrm>
            <a:off x="4632527" y="4431777"/>
            <a:ext cx="1011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Related</a:t>
            </a:r>
            <a:r>
              <a:rPr lang="sv-SE" sz="1050" dirty="0"/>
              <a:t> Books</a:t>
            </a:r>
          </a:p>
        </p:txBody>
      </p:sp>
      <p:sp>
        <p:nvSpPr>
          <p:cNvPr id="54" name="textruta 53">
            <a:extLst>
              <a:ext uri="{FF2B5EF4-FFF2-40B4-BE49-F238E27FC236}">
                <a16:creationId xmlns:a16="http://schemas.microsoft.com/office/drawing/2014/main" id="{B0F9C1AD-A548-400F-9B67-9AAC5A56B36F}"/>
              </a:ext>
            </a:extLst>
          </p:cNvPr>
          <p:cNvSpPr txBox="1"/>
          <p:nvPr/>
        </p:nvSpPr>
        <p:spPr>
          <a:xfrm>
            <a:off x="1913999" y="4710980"/>
            <a:ext cx="1011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Related</a:t>
            </a:r>
            <a:r>
              <a:rPr lang="sv-SE" sz="1050" dirty="0"/>
              <a:t> Books</a:t>
            </a:r>
          </a:p>
        </p:txBody>
      </p:sp>
      <p:pic>
        <p:nvPicPr>
          <p:cNvPr id="56" name="Bild 55" descr="Stapeldiagram">
            <a:extLst>
              <a:ext uri="{FF2B5EF4-FFF2-40B4-BE49-F238E27FC236}">
                <a16:creationId xmlns:a16="http://schemas.microsoft.com/office/drawing/2014/main" id="{CBB3B843-4105-4DDB-9B5C-D143B349CF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7601" y="4497227"/>
            <a:ext cx="1398749" cy="1398749"/>
          </a:xfrm>
          <a:prstGeom prst="rect">
            <a:avLst/>
          </a:prstGeom>
        </p:spPr>
      </p:pic>
      <p:cxnSp>
        <p:nvCxnSpPr>
          <p:cNvPr id="57" name="Rak pilkoppling 56">
            <a:extLst>
              <a:ext uri="{FF2B5EF4-FFF2-40B4-BE49-F238E27FC236}">
                <a16:creationId xmlns:a16="http://schemas.microsoft.com/office/drawing/2014/main" id="{CCDAEA84-1867-4F55-B897-98494F40EBA9}"/>
              </a:ext>
            </a:extLst>
          </p:cNvPr>
          <p:cNvCxnSpPr>
            <a:cxnSpLocks/>
          </p:cNvCxnSpPr>
          <p:nvPr/>
        </p:nvCxnSpPr>
        <p:spPr>
          <a:xfrm>
            <a:off x="4075177" y="4497227"/>
            <a:ext cx="2642424" cy="69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ruta 58">
            <a:extLst>
              <a:ext uri="{FF2B5EF4-FFF2-40B4-BE49-F238E27FC236}">
                <a16:creationId xmlns:a16="http://schemas.microsoft.com/office/drawing/2014/main" id="{7F3DCAC8-FBC5-4817-91EF-F5DB54713B9D}"/>
              </a:ext>
            </a:extLst>
          </p:cNvPr>
          <p:cNvSpPr txBox="1"/>
          <p:nvPr/>
        </p:nvSpPr>
        <p:spPr>
          <a:xfrm>
            <a:off x="6794108" y="5653016"/>
            <a:ext cx="175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b="1" dirty="0"/>
              <a:t>Power BI – </a:t>
            </a:r>
            <a:r>
              <a:rPr lang="sv-SE" sz="1200" b="1" dirty="0" err="1"/>
              <a:t>which</a:t>
            </a:r>
            <a:r>
              <a:rPr lang="sv-SE" sz="1200" b="1" dirty="0"/>
              <a:t> lists </a:t>
            </a:r>
            <a:r>
              <a:rPr lang="sv-SE" sz="1200" b="1" dirty="0" err="1"/>
              <a:t>are</a:t>
            </a:r>
            <a:r>
              <a:rPr lang="sv-SE" sz="1200" b="1" dirty="0"/>
              <a:t> </a:t>
            </a:r>
            <a:r>
              <a:rPr lang="sv-SE" sz="1200" b="1" dirty="0" err="1"/>
              <a:t>popular</a:t>
            </a:r>
            <a:r>
              <a:rPr lang="sv-SE" sz="1200" b="1" dirty="0"/>
              <a:t> (</a:t>
            </a:r>
            <a:r>
              <a:rPr lang="sv-SE" sz="1200" b="1" dirty="0" err="1"/>
              <a:t>most</a:t>
            </a:r>
            <a:r>
              <a:rPr lang="sv-SE" sz="1200" b="1" dirty="0"/>
              <a:t> </a:t>
            </a:r>
            <a:r>
              <a:rPr lang="sv-SE" sz="1200" b="1" dirty="0" err="1"/>
              <a:t>clicks</a:t>
            </a:r>
            <a:r>
              <a:rPr lang="sv-SE" sz="1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908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2E93DA22-AC1C-4D5F-A953-16F2AAC7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32" y="123363"/>
            <a:ext cx="7630207" cy="5161173"/>
          </a:xfrm>
          <a:prstGeom prst="rect">
            <a:avLst/>
          </a:prstGeom>
        </p:spPr>
      </p:pic>
      <p:pic>
        <p:nvPicPr>
          <p:cNvPr id="3" name="Bildobjekt 2">
            <a:extLst>
              <a:ext uri="{FF2B5EF4-FFF2-40B4-BE49-F238E27FC236}">
                <a16:creationId xmlns:a16="http://schemas.microsoft.com/office/drawing/2014/main" id="{A859D599-D33A-4A3E-BC94-5A41EAB5D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753" y="5074647"/>
            <a:ext cx="5700361" cy="178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1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D5EA325C-AD0C-4D87-9F28-274A56AA6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608" y="523497"/>
            <a:ext cx="9383434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2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435</Words>
  <Application>Microsoft Office PowerPoint</Application>
  <PresentationFormat>Bredbild</PresentationFormat>
  <Paragraphs>35</Paragraphs>
  <Slides>3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Office-tema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Rozhentsova Lidia (Bookbeat)</dc:creator>
  <cp:lastModifiedBy>Rozhentsova Lidia (Bookbeat)</cp:lastModifiedBy>
  <cp:revision>4</cp:revision>
  <dcterms:created xsi:type="dcterms:W3CDTF">2019-03-01T16:29:54Z</dcterms:created>
  <dcterms:modified xsi:type="dcterms:W3CDTF">2019-03-01T17:07:52Z</dcterms:modified>
</cp:coreProperties>
</file>